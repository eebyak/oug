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PARTNERHOCHSCHULEN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eine Partnerschaft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OUG sich lohnt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Ihre Hochschule.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folgenden Seiten beantworten die Fragen, die Ihr Kanzler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wird — bevor er unterschreibt.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657600" cy="36576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Warum öffnen?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Was verdienen Sie?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Wird Ihre Qualität besser?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Was muss Ihr Kanzler unterschreiben?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sollte Ihre Hochschule mitmachen?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Kräfte, die Sie bereits spüren — und wie OUG darauf antwortet: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697480" cy="59436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Neue Studierendenprofile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erschließen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194560"/>
            <a:ext cx="2478024" cy="685800"/>
          </a:xfrm>
          <a:prstGeom prst="rect">
            <a:avLst/>
          </a:prstGeom>
          <a:solidFill>
            <a:srgbClr val="FFF8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311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Druck heute: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Studierendenzahlen sinken — demografisch, strukturell, absehbar.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OUG-Antwort: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bringt Ihnen Studierende, die Ihre Hochschule alleine nicht erreicht: Berufstätige, Pflegende, internationale Profile. Dieselbe Vorlesung. Neues Publikum.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4343400"/>
            <a:ext cx="2478024" cy="347472"/>
          </a:xfrm>
          <a:prstGeom prst="rect">
            <a:avLst/>
          </a:prstGeom>
          <a:solidFill>
            <a:srgbClr val="006C8A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70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Mehr ECTS-Nachfrage ohne neue Kapazität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50876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508760"/>
            <a:ext cx="269748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5544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 Neue Einnahmen ohne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Risiko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0128" y="2194560"/>
            <a:ext cx="2478024" cy="685800"/>
          </a:xfrm>
          <a:prstGeom prst="rect">
            <a:avLst/>
          </a:prstGeom>
          <a:solidFill>
            <a:srgbClr val="FF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2311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Druck heute: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4140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Grundmittel sinken real. Projektmittel enden. Strukturkosten steigen.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944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OUG-Antwort: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jeder ECTS-Einheit, die über OUG gebucht wird, fließt direkt an Ihre Hochschule. Keine Vorleistung. Kein Marketingaufwand. Keine Kapazitätslast — Sie haben die Vorlesung bereits.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4343400"/>
            <a:ext cx="2478024" cy="347472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370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Direkte Einnahmen aus bestehender Lehre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50876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508760"/>
            <a:ext cx="269748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5544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Positionierung als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Innovationsführer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44768" y="2194560"/>
            <a:ext cx="2478024" cy="685800"/>
          </a:xfrm>
          <a:prstGeom prst="rect">
            <a:avLst/>
          </a:prstGeom>
          <a:solidFill>
            <a:srgbClr val="FF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2311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Druck heute: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4140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Anbieter übernehmen das Narrativ der Flexibilität. Öffentliche Hochschulen gelten als träge.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944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OUG-Antwort: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OUG-Partnerhochschule signalisieren Sie: Wir gestalten die Zukunft der Hochschulbildung aktiv mit — ohne auf staatliche Qualitätsstandards zu verzichten.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4343400"/>
            <a:ext cx="2478024" cy="347472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4370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Sichtbarkeit, Profil, Differenzierung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Für Hochschulpartner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verdient Ihre Hochschule konkret?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Finanzlogik — transparent, nachvollziehbar, vertraglich gesichert: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4114800" cy="50292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Geldfluss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 zahlen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20 €/ECTS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behält (Plattform, Qualität)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8 € (40 %)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82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840480" cy="65836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Hochschule erhält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12 € (60 %)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840480" cy="82296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Beispielrechnung: 50 OUG-Studierende × 30 ECTS/Jahr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24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1.500 ECTS × 12 € = 18.000 €/Jahr für Ihre Hochschule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402336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463040"/>
            <a:ext cx="4023360" cy="50292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 ändert — und was nicht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084832"/>
            <a:ext cx="374904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Vorlesung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3042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unverändert. Kein neuer Aufwand.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560320"/>
            <a:ext cx="3749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Prüfungshoheit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27797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prüft separat — Sie lehren, wie Sie es kennen.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035808"/>
            <a:ext cx="374904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Akkreditierung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93792" y="32552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Studiengangsakkreditierung bleibt unberührt.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3511296"/>
            <a:ext cx="3749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Satzung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73075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Kooperation läuft über Kooperationsvertrag, kein Eingriff in Ihre Verfassung.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3986784"/>
            <a:ext cx="374904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93792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Workload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93792" y="42062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Einmalige Modulbeschreibung nach OUG-Standard. Danach: läuft.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4462272"/>
            <a:ext cx="3749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93792" y="44988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Studierendenanzahl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93792" y="46817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Steigt — ohne Kapazitätsproblem. OUG-Studierende kommen zusätzlich.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Für Hochschulpartner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Ihre Lehre besser — durch OUG-Qualitätsstandards?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OUG-Anforderungen klingen nach Aufwand. Sie sind in Wirklichkeit ein Geschenk: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64592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81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Kompetenzbasierte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Modulbeschreibungen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581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"Ich muss mein Modul neu beschreiben."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68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Wirklichkeit: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wissen danach genau, was Ihre Studierenden können — nicht was sie gehört haben. Das ist besser für Ihre eigene Lehrentwicklung. Und für Ihre nächste Reakkreditierung.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08760"/>
            <a:ext cx="64008" cy="164592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581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definierte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 &amp; Outcomes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81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"OUG schreibt mir vor, was ich lehren soll."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258568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368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Wirklichkeit: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5420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schreibt nicht vor. OUG fragt: Welche Kompetenzen setzt Ihr Modul voraus? Welche erzeugt es? Diese Klarheit schützt Ihre Studierenden — und entlastet Sie im Semester.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91840"/>
            <a:ext cx="64008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649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Zugangs-Qualitätstore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Gates)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3364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"Ich bekomme unvorbereitete Studierende."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041648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51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Wirklichkeit: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3251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Gegenteil. OUG prüft, ob Studierende die Voraussetzungen Ihres Moduls erfüllen, bevor sie Zugang erhalten. Sie lehren Menschen, die bereit sind.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29184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291840"/>
            <a:ext cx="64008" cy="1645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3649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Trennung von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 und Prüfung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364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"OUG prüft meine Studierenden — ich verliere Kontrolle."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9319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151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Wirklichkeit: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gewinnen Freiheit. Keine Prüfungsangst in Ihrer Vorlesung. Ihre Lehre wird zum Lernraum, nicht zum Selektionsinstrument. Studierende lernen besser wenn Prüfungsangst entkoppelt ist.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Für Hochschulpartner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Ihr Kanzler tatsächlich unterschreibt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Blankocheck. Kein Eingriff in Ihre Hochschulverfassung. Hier ist, was der Kooperationsvertrag enthält — und was nicht: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4023360" cy="50292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 Kooperationsvertrag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374904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304288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ECTS-Vergütungsregelung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423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je buchbarer ECTS-Einheit. Transparent, monatlich abgerechnet, vertraglich gesichert.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825496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Modulhoheit bei Ihrer Hochschule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944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bestimmen Inhalt und Lehrformat. OUG definiert nur Eingangs- und Ausgangskompetenzen.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374904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346704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Prüfungsverantwortung bei OUG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465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führt Prüfungen durch, stellt Prüfer, trägt Verantwortung. Sie sind nicht zuständig.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39896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867912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Kündigungsrecht beidseitig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 kündbar mit 6 Monaten Frist. Kein Lock-in, kein Langzeitrisiko.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4389120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Markenrecht bleibt bei Ihnen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4507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bestimmen, wie Ihre Hochschule im OUG-Kontext kommuniziert wird.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5544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554480"/>
            <a:ext cx="4023360" cy="502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Nicht im Vertrag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176272"/>
            <a:ext cx="374904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304288"/>
            <a:ext cx="3657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 Ihrer Satzung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2423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Eingriff in Ihre Grundordnung oder Hochschulverfassung.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269748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2825496"/>
            <a:ext cx="3657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Akkreditierungspflichten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2944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bestehende Akkreditierung bleibt vollständig erhalten.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3218688"/>
            <a:ext cx="374904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346704"/>
            <a:ext cx="3657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Exklusivität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3465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können parallel mit anderen Partnern oder Anbietern arbeiten.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3739896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892040" y="3867912"/>
            <a:ext cx="3657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5010912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Übernahme von OUG-Kosten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10912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Infrastruktur, Marketing, Plattform — alles bei OUG. Kein Risiko für Sie.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92040" y="4261104"/>
            <a:ext cx="3749040" cy="457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0" name="Shape 48"/>
          <p:cNvSpPr/>
          <p:nvPr/>
        </p:nvSpPr>
        <p:spPr>
          <a:xfrm>
            <a:off x="4892040" y="4389120"/>
            <a:ext cx="3657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5010912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Inhaltliche Kontrolle durch OUG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10912" y="4507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definiert Kompetenzrahmen. Inhalte bleiben bei Ihnen.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Für Hochschulpartner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läuft das intern ab — an Ihrer Hochschule?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Kanzler nach dem Ja intern anstoßen muss — und warum das machbar ist: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60350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581912"/>
            <a:ext cx="1463040" cy="475488"/>
          </a:xfrm>
          <a:prstGeom prst="rect">
            <a:avLst/>
          </a:prstGeom>
          <a:solidFill>
            <a:srgbClr val="1B2E4B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673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Kanzler / Rektorat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9968" y="1563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Kooperationsvertrag zeichnen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1819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Standardvertrag, der keine Satzungsänderung erfordert. Kanzler zeichnet im Rahmen seiner Vertretungsbefugnis.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636776"/>
            <a:ext cx="685800" cy="347472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6733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Sitzung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176272"/>
            <a:ext cx="841248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76272"/>
            <a:ext cx="64008" cy="60350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249424"/>
            <a:ext cx="1463040" cy="475488"/>
          </a:xfrm>
          <a:prstGeom prst="rect">
            <a:avLst/>
          </a:prstGeom>
          <a:solidFill>
            <a:srgbClr val="006C8A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2340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Studiendekanat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29968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Pilotmodul identifizieren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29968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Bestehendes Modul, das für OUG-Studierende geöffnet werden kann. Keine Neuentwicklung nötig — nur Kompetenzrahmen ergänzen.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304288"/>
            <a:ext cx="685800" cy="347472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Wochen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843784"/>
            <a:ext cx="841248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43784"/>
            <a:ext cx="64008" cy="6035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" y="2916936"/>
            <a:ext cx="1463040" cy="475488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" y="3008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Prüfungsamt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29968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Prüfungslogistik abstimmen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9968" y="3154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OUG-Studierende werden als externe Gasthörer geführt. Prüfung durch OUG — keine Belastung für Ihr Prüfungsamt.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2971800"/>
            <a:ext cx="6858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30083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Wochen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511296"/>
            <a:ext cx="841248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511296"/>
            <a:ext cx="64008" cy="6035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" y="3584448"/>
            <a:ext cx="1463040" cy="47548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" y="3675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Lehrende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29968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Modulbeschreibung anpassen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29968" y="3822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stellt Template. Professorin füllt Eingangskompetenzen, Lernziele, Outcomes aus. Einmaliger Aufwand: ~4 Stunden.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639312"/>
            <a:ext cx="68580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3675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Stunden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178808"/>
            <a:ext cx="841248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4178808"/>
            <a:ext cx="64008" cy="603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" y="4251960"/>
            <a:ext cx="146304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/ Finanzen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29968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Abrechnungsweg einrichten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29968" y="4489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überweist quartalsweise. ECTS-basierte Abrechnung. Klare Kontonummer genügt.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4306824"/>
            <a:ext cx="685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4343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Woche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Für Hochschulpartner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DHBW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6858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 DHBW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Partner wird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warum jetzt.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konkrete Fragen: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Warum sollte die DHBW das erste OUG-Partnerabkommen unterschreiben?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Warum sollte die DHBW den englischsprachigen Online-Informatik-Bachelor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als ersten OUG-Studiengang öffnen?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029200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 DHBW der einzig logische erste Partner ist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Argumente — nicht für OUG, sondern für Sie: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64008" cy="16276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haben bereits investiert — OUG hebt das.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3886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englischsprachige Online-Informatik-Bachelor existiert. Infrastruktur, Lehrende, Prozesse — alles steht. OUG öffnet diesen Studiengang für Berufstätige, internationale Profile, Menschen in Lebensumbrüchen. Kein neuer Aufwand. Direkter Hebel auf bestehendes Investment.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64008" cy="1627632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DHBW-DNA ist Kooperationsdenken.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3886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157984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Unternehmen, Kammern, Verbände: DHBW kennt strukturierte Partnerschaften. OUG ist dasselbe Muster — klarer Vertrag, klare Rollen, keine Satzungsänderung. Der Kanzler muss keinen neuen Weg gehen. Er geht einen bekannten — mit neuem Partner.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64008" cy="1627632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64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 wird Pionier — das hat institutionellen Wert.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3886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86784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als erster Partner steht, setzt den Standard für alle Folgenden. Andere Hochschulen fragen: Wie macht die DHBW das? Das ist kostenlose Positionierung als Innovationsführer im deutschen Hochschulsystem — in einem Moment wo das zählt.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91840"/>
            <a:ext cx="64008" cy="16276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364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Einnahmen aus bestehender Lehre.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886200"/>
            <a:ext cx="3886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986784"/>
            <a:ext cx="3886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12 €/ECTS × OUG-Studierende × 30 ECTS/Jahr — direkt an die DHBW. Bei 50 Studierenden im Jahr 1: ~18.000 €. Wächst mit OUG. Kein Kapazitätsrisiko, keine Vorleistung. Die Vorlesung läuft bereits.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× DHBW – Kooperationskonzept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Entsendung: Zwei Entscheidungen, ein Signal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institutionelle, eine personelle — beide hängen zusammen, beide stärken die DHBW: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411480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36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1 — Der Studiengang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 gibt den englischsprachigen Online-Informatik-Bachelor als ersten OUG-Kooperationsstudiengang frei.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633472"/>
            <a:ext cx="3877056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2743200"/>
            <a:ext cx="36576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70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DHBW gibt: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" y="28437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zur bestehenden Lehrstruktur, Modulen, Lehrenden.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3044952"/>
            <a:ext cx="387705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3154680"/>
            <a:ext cx="36576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DHBW behält: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325526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akademische Kontrolle. Inhalte, Standards, Lehrende — alles bleibt DHBW.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3456432"/>
            <a:ext cx="3877056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566160"/>
            <a:ext cx="36576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3493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OUG übernimmt: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366674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Zertifizierung, Qualitätstore, Plattform, Marketing, Studierendenbegleitung.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3867912"/>
            <a:ext cx="387705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" y="3977640"/>
            <a:ext cx="36576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3904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DHBW verdient: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" y="40782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12 €/ECTS × OUG-Studierende × 30 ECTS — vertraglich, quartalsweise, direkt.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" y="4279392"/>
            <a:ext cx="3877056" cy="40233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" y="4389120"/>
            <a:ext cx="36576" cy="2011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Formales Instrument: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448970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Kooperationsvertrag. Kein Eingriff in Satzung oder Akkreditierung.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463040"/>
            <a:ext cx="41148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463040"/>
            <a:ext cx="4114800" cy="54864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1536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2 — Der Professor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21031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 verankert die OUG-Funktion des Studiengangleiters offiziell als Teil seiner Hochschulrolle.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2633472"/>
            <a:ext cx="3877056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2743200"/>
            <a:ext cx="36576" cy="2011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7" name="Text 35"/>
          <p:cNvSpPr/>
          <p:nvPr/>
        </p:nvSpPr>
        <p:spPr>
          <a:xfrm>
            <a:off x="4882896" y="2670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Doppelrolle: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82896" y="28437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Studiengangsleiter (DHBW) + OUG-Gründungsdirektor des Studiengangs — beides offiziell.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044952"/>
            <a:ext cx="387705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773168" y="3154680"/>
            <a:ext cx="36576" cy="2011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1" name="Text 39"/>
          <p:cNvSpPr/>
          <p:nvPr/>
        </p:nvSpPr>
        <p:spPr>
          <a:xfrm>
            <a:off x="4882896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DHBW-Zuständigkeit: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82896" y="325526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Professur, Lehrdeputat, akademische Zugehörigkeit bleiben vollständig erhalten.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73168" y="3456432"/>
            <a:ext cx="3877056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3566160"/>
            <a:ext cx="36576" cy="2011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5" name="Text 43"/>
          <p:cNvSpPr/>
          <p:nvPr/>
        </p:nvSpPr>
        <p:spPr>
          <a:xfrm>
            <a:off x="4882896" y="3493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OUG-Zuständigkeit: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82896" y="366674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Qualitätsrahmen, Modulstruktur, Partnerkoordination auf OUG-Seite.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73168" y="3867912"/>
            <a:ext cx="387705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3168" y="3977640"/>
            <a:ext cx="36576" cy="2011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9" name="Text 47"/>
          <p:cNvSpPr/>
          <p:nvPr/>
        </p:nvSpPr>
        <p:spPr>
          <a:xfrm>
            <a:off x="4882896" y="3904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Zeitaufteilung: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82896" y="40782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Vorschlag: 80 % DHBW / 20 % OUG — aufwachsend je Wachstumsphase, neu verhandelbar.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73168" y="4279392"/>
            <a:ext cx="3877056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773168" y="4389120"/>
            <a:ext cx="36576" cy="2011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53" name="Text 51"/>
          <p:cNvSpPr/>
          <p:nvPr/>
        </p:nvSpPr>
        <p:spPr>
          <a:xfrm>
            <a:off x="4882896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Formales Instrument: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82896" y="448970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Ergänzungsvereinbarung zur Professur oder genehmigte Nebentätigkeit (Rektorat).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4709160"/>
            <a:ext cx="64008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6542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Entscheidungen zusammen senden ein Signal: Die DHBW gestaltet — sie reagiert nicht.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OUG – Für Hochschulpartner &amp; DHBW</dc:title>
  <dc:subject>PptxGenJS Presentation</dc:subject>
  <dc:creator>PptxGenJS</dc:creator>
  <cp:lastModifiedBy>PptxGenJS</cp:lastModifiedBy>
  <cp:revision>1</cp:revision>
  <dcterms:created xsi:type="dcterms:W3CDTF">2026-02-21T16:36:10Z</dcterms:created>
  <dcterms:modified xsi:type="dcterms:W3CDTF">2026-02-21T16:36:10Z</dcterms:modified>
</cp:coreProperties>
</file>